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02" autoAdjust="0"/>
  </p:normalViewPr>
  <p:slideViewPr>
    <p:cSldViewPr>
      <p:cViewPr varScale="1">
        <p:scale>
          <a:sx n="82" d="100"/>
          <a:sy n="82" d="100"/>
        </p:scale>
        <p:origin x="53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514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56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9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1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99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68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5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12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57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95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25ED1-F08F-4197-A873-37826E75D9DC}" type="datetimeFigureOut">
              <a:rPr lang="ko-KR" altLang="en-US" smtClean="0"/>
              <a:t>2014-10-05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BD92-D7AA-460C-9CEB-7E18C5D3C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7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7" Type="http://schemas.openxmlformats.org/officeDocument/2006/relationships/image" Target="../media/image12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836374" y="853617"/>
            <a:ext cx="7605527" cy="4751199"/>
            <a:chOff x="836374" y="853617"/>
            <a:chExt cx="7605527" cy="4751199"/>
          </a:xfrm>
        </p:grpSpPr>
        <p:sp>
          <p:nvSpPr>
            <p:cNvPr id="66" name="원호 65"/>
            <p:cNvSpPr/>
            <p:nvPr/>
          </p:nvSpPr>
          <p:spPr>
            <a:xfrm rot="7761137">
              <a:off x="2151546" y="773448"/>
              <a:ext cx="4636163" cy="5026574"/>
            </a:xfrm>
            <a:prstGeom prst="arc">
              <a:avLst>
                <a:gd name="adj1" fmla="val 17112330"/>
                <a:gd name="adj2" fmla="val 20701615"/>
              </a:avLst>
            </a:prstGeom>
            <a:ln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/>
            <p:cNvGrpSpPr/>
            <p:nvPr/>
          </p:nvGrpSpPr>
          <p:grpSpPr>
            <a:xfrm>
              <a:off x="836374" y="853617"/>
              <a:ext cx="7605527" cy="4744915"/>
              <a:chOff x="836374" y="853617"/>
              <a:chExt cx="7605527" cy="4744915"/>
            </a:xfrm>
          </p:grpSpPr>
          <p:grpSp>
            <p:nvGrpSpPr>
              <p:cNvPr id="9" name="그룹 8"/>
              <p:cNvGrpSpPr/>
              <p:nvPr/>
            </p:nvGrpSpPr>
            <p:grpSpPr>
              <a:xfrm>
                <a:off x="1674166" y="853617"/>
                <a:ext cx="6216558" cy="4375583"/>
                <a:chOff x="1674166" y="853617"/>
                <a:chExt cx="6216558" cy="4375583"/>
              </a:xfrm>
            </p:grpSpPr>
            <p:sp>
              <p:nvSpPr>
                <p:cNvPr id="4" name="직사각형 3"/>
                <p:cNvSpPr/>
                <p:nvPr/>
              </p:nvSpPr>
              <p:spPr>
                <a:xfrm>
                  <a:off x="2681441" y="853617"/>
                  <a:ext cx="3888432" cy="180020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" name="평행 사변형 4"/>
                <p:cNvSpPr/>
                <p:nvPr/>
              </p:nvSpPr>
              <p:spPr>
                <a:xfrm rot="20792130">
                  <a:off x="5323655" y="2990505"/>
                  <a:ext cx="2567069" cy="1811254"/>
                </a:xfrm>
                <a:prstGeom prst="parallelogram">
                  <a:avLst>
                    <a:gd name="adj" fmla="val 20912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평행 사변형 5"/>
                <p:cNvSpPr/>
                <p:nvPr/>
              </p:nvSpPr>
              <p:spPr>
                <a:xfrm rot="16200000">
                  <a:off x="1549950" y="2999238"/>
                  <a:ext cx="2354178" cy="2105745"/>
                </a:xfrm>
                <a:prstGeom prst="parallelogram">
                  <a:avLst>
                    <a:gd name="adj" fmla="val 20578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11" name="직선 연결선 10"/>
              <p:cNvCxnSpPr>
                <a:endCxn id="12" idx="3"/>
              </p:cNvCxnSpPr>
              <p:nvPr/>
            </p:nvCxnSpPr>
            <p:spPr>
              <a:xfrm flipV="1">
                <a:off x="1187624" y="1906287"/>
                <a:ext cx="3363436" cy="2965105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타원 11"/>
              <p:cNvSpPr/>
              <p:nvPr/>
            </p:nvSpPr>
            <p:spPr>
              <a:xfrm>
                <a:off x="4540515" y="1844824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타원 12"/>
              <p:cNvSpPr/>
              <p:nvPr/>
            </p:nvSpPr>
            <p:spPr>
              <a:xfrm>
                <a:off x="3563888" y="1124744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5868144" y="1844464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타원 14"/>
              <p:cNvSpPr/>
              <p:nvPr/>
            </p:nvSpPr>
            <p:spPr>
              <a:xfrm>
                <a:off x="5580112" y="1232756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1" name="직선 연결선 20"/>
              <p:cNvCxnSpPr>
                <a:stCxn id="12" idx="5"/>
              </p:cNvCxnSpPr>
              <p:nvPr/>
            </p:nvCxnSpPr>
            <p:spPr>
              <a:xfrm>
                <a:off x="4601978" y="1906287"/>
                <a:ext cx="2778334" cy="2890865"/>
              </a:xfrm>
              <a:prstGeom prst="line">
                <a:avLst/>
              </a:prstGeom>
              <a:ln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>
              <a:xfrm>
                <a:off x="1187624" y="4871392"/>
                <a:ext cx="1224136" cy="244827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>
              <a:xfrm flipV="1">
                <a:off x="1187624" y="3896132"/>
                <a:ext cx="0" cy="975260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flipV="1">
                <a:off x="1187624" y="4412354"/>
                <a:ext cx="864096" cy="459038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타원 35"/>
              <p:cNvSpPr/>
              <p:nvPr/>
            </p:nvSpPr>
            <p:spPr>
              <a:xfrm>
                <a:off x="3275856" y="2168860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1" name="직선 연결선 40"/>
              <p:cNvCxnSpPr/>
              <p:nvPr/>
            </p:nvCxnSpPr>
            <p:spPr>
              <a:xfrm flipV="1">
                <a:off x="7374136" y="3821892"/>
                <a:ext cx="0" cy="975260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flipV="1">
                <a:off x="7380312" y="4553337"/>
                <a:ext cx="864096" cy="243815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flipH="1" flipV="1">
                <a:off x="6732240" y="4309522"/>
                <a:ext cx="648072" cy="487630"/>
              </a:xfrm>
              <a:prstGeom prst="line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직사각형 50"/>
                  <p:cNvSpPr/>
                  <p:nvPr/>
                </p:nvSpPr>
                <p:spPr>
                  <a:xfrm>
                    <a:off x="2411760" y="3707739"/>
                    <a:ext cx="89178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51" name="직사각형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1760" y="3707739"/>
                    <a:ext cx="891783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639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타원 51"/>
              <p:cNvSpPr/>
              <p:nvPr/>
            </p:nvSpPr>
            <p:spPr>
              <a:xfrm>
                <a:off x="2411764" y="37308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직사각형 52"/>
                  <p:cNvSpPr/>
                  <p:nvPr/>
                </p:nvSpPr>
                <p:spPr>
                  <a:xfrm>
                    <a:off x="6378906" y="3429000"/>
                    <a:ext cx="8897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53" name="직사각형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8906" y="3429000"/>
                    <a:ext cx="889731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타원 53"/>
              <p:cNvSpPr/>
              <p:nvPr/>
            </p:nvSpPr>
            <p:spPr>
              <a:xfrm>
                <a:off x="6300192" y="3671739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직사각형 54"/>
                  <p:cNvSpPr/>
                  <p:nvPr/>
                </p:nvSpPr>
                <p:spPr>
                  <a:xfrm>
                    <a:off x="3419872" y="2761183"/>
                    <a:ext cx="89505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55" name="직사각형 5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9872" y="2761183"/>
                    <a:ext cx="895053" cy="369332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직사각형 55"/>
                  <p:cNvSpPr/>
                  <p:nvPr/>
                </p:nvSpPr>
                <p:spPr>
                  <a:xfrm>
                    <a:off x="2843808" y="1052736"/>
                    <a:ext cx="41472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/>
                            </a:rPr>
                            <m:t>𝑃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6" name="직사각형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3808" y="1052736"/>
                    <a:ext cx="41472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직사각형 56"/>
                  <p:cNvSpPr/>
                  <p:nvPr/>
                </p:nvSpPr>
                <p:spPr>
                  <a:xfrm>
                    <a:off x="4644008" y="2708920"/>
                    <a:ext cx="89428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57" name="직사각형 5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4008" y="2708920"/>
                    <a:ext cx="894284" cy="369332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직사각형 57"/>
                  <p:cNvSpPr/>
                  <p:nvPr/>
                </p:nvSpPr>
                <p:spPr>
                  <a:xfrm>
                    <a:off x="2068397" y="5065439"/>
                    <a:ext cx="39684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8" name="직사각형 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8397" y="5065439"/>
                    <a:ext cx="396840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직사각형 58"/>
                  <p:cNvSpPr/>
                  <p:nvPr/>
                </p:nvSpPr>
                <p:spPr>
                  <a:xfrm>
                    <a:off x="8045061" y="4581128"/>
                    <a:ext cx="39684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9" name="직사각형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5061" y="4581128"/>
                    <a:ext cx="396840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직사각형 59"/>
                  <p:cNvSpPr/>
                  <p:nvPr/>
                </p:nvSpPr>
                <p:spPr>
                  <a:xfrm>
                    <a:off x="836374" y="3872624"/>
                    <a:ext cx="40023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0" name="직사각형 5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374" y="3872624"/>
                    <a:ext cx="400238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직사각형 60"/>
                  <p:cNvSpPr/>
                  <p:nvPr/>
                </p:nvSpPr>
                <p:spPr>
                  <a:xfrm>
                    <a:off x="7380312" y="3821892"/>
                    <a:ext cx="40023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1" name="직사각형 6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0312" y="3821892"/>
                    <a:ext cx="400238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직사각형 61"/>
                  <p:cNvSpPr/>
                  <p:nvPr/>
                </p:nvSpPr>
                <p:spPr>
                  <a:xfrm>
                    <a:off x="6588224" y="4345359"/>
                    <a:ext cx="38260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2" name="직사각형 6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4345359"/>
                    <a:ext cx="38260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직사각형 62"/>
                  <p:cNvSpPr/>
                  <p:nvPr/>
                </p:nvSpPr>
                <p:spPr>
                  <a:xfrm>
                    <a:off x="1880038" y="4427239"/>
                    <a:ext cx="38260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3" name="직사각형 6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0038" y="4427239"/>
                    <a:ext cx="382604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직사각형 63"/>
                  <p:cNvSpPr/>
                  <p:nvPr/>
                </p:nvSpPr>
                <p:spPr>
                  <a:xfrm>
                    <a:off x="837659" y="4869160"/>
                    <a:ext cx="493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4" name="직사각형 6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659" y="4869160"/>
                    <a:ext cx="493981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직사각형 64"/>
                  <p:cNvSpPr/>
                  <p:nvPr/>
                </p:nvSpPr>
                <p:spPr>
                  <a:xfrm>
                    <a:off x="7237581" y="4859868"/>
                    <a:ext cx="493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5" name="직사각형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7581" y="4859868"/>
                    <a:ext cx="493981" cy="36933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/>
                  <p:cNvSpPr/>
                  <p:nvPr/>
                </p:nvSpPr>
                <p:spPr>
                  <a:xfrm>
                    <a:off x="4232620" y="5229200"/>
                    <a:ext cx="105099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ko-K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01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7" name="직사각형 6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2620" y="5229200"/>
                    <a:ext cx="1050993" cy="36933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80953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129"/>
          <p:cNvGrpSpPr/>
          <p:nvPr/>
        </p:nvGrpSpPr>
        <p:grpSpPr>
          <a:xfrm>
            <a:off x="1566035" y="1556792"/>
            <a:ext cx="6011930" cy="3725835"/>
            <a:chOff x="1566035" y="1556792"/>
            <a:chExt cx="6011930" cy="3725835"/>
          </a:xfrm>
        </p:grpSpPr>
        <p:sp>
          <p:nvSpPr>
            <p:cNvPr id="35" name="모서리가 둥근 직사각형 4"/>
            <p:cNvSpPr/>
            <p:nvPr/>
          </p:nvSpPr>
          <p:spPr>
            <a:xfrm>
              <a:off x="1566035" y="3861048"/>
              <a:ext cx="1224136" cy="324036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Accelerometer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모서리가 둥근 직사각형 5"/>
            <p:cNvSpPr/>
            <p:nvPr/>
          </p:nvSpPr>
          <p:spPr>
            <a:xfrm>
              <a:off x="3177737" y="1556792"/>
              <a:ext cx="1241714" cy="413467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Camera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모서리가 둥근 직사각형 6"/>
            <p:cNvSpPr/>
            <p:nvPr/>
          </p:nvSpPr>
          <p:spPr>
            <a:xfrm>
              <a:off x="4787008" y="2204863"/>
              <a:ext cx="720080" cy="413467"/>
            </a:xfrm>
            <a:prstGeom prst="roundRect">
              <a:avLst/>
            </a:prstGeom>
            <a:solidFill>
              <a:srgbClr val="DAEDEF">
                <a:lumMod val="9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DTED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모서리가 둥근 직사각형 7"/>
            <p:cNvSpPr/>
            <p:nvPr/>
          </p:nvSpPr>
          <p:spPr>
            <a:xfrm>
              <a:off x="3078203" y="2204864"/>
              <a:ext cx="1440782" cy="413467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Feature detection and matching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모서리가 둥근 직사각형 14"/>
            <p:cNvSpPr/>
            <p:nvPr/>
          </p:nvSpPr>
          <p:spPr>
            <a:xfrm>
              <a:off x="4374347" y="2924944"/>
              <a:ext cx="1512168" cy="1710851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모서리가 둥근 직사각형 8"/>
            <p:cNvSpPr/>
            <p:nvPr/>
          </p:nvSpPr>
          <p:spPr>
            <a:xfrm>
              <a:off x="4526191" y="3068404"/>
              <a:ext cx="1241714" cy="413467"/>
            </a:xfrm>
            <a:prstGeom prst="round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Triangulation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모서리가 둥근 직사각형 9"/>
            <p:cNvSpPr/>
            <p:nvPr/>
          </p:nvSpPr>
          <p:spPr>
            <a:xfrm>
              <a:off x="4526191" y="3567657"/>
              <a:ext cx="1241714" cy="413467"/>
            </a:xfrm>
            <a:prstGeom prst="round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8-point algorithm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모서리가 둥근 직사각형 10"/>
            <p:cNvSpPr/>
            <p:nvPr/>
          </p:nvSpPr>
          <p:spPr>
            <a:xfrm>
              <a:off x="4522729" y="4064219"/>
              <a:ext cx="1241714" cy="413467"/>
            </a:xfrm>
            <a:prstGeom prst="round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</a:t>
              </a: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ltitude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모서리가 둥근 직사각형 12"/>
            <p:cNvSpPr/>
            <p:nvPr/>
          </p:nvSpPr>
          <p:spPr>
            <a:xfrm>
              <a:off x="3294227" y="3861048"/>
              <a:ext cx="864096" cy="648072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808080">
                      <a:lumMod val="50000"/>
                    </a:srgbClr>
                  </a:solidFill>
                  <a:effectLst/>
                  <a:uLnTx/>
                  <a:uFillTx/>
                </a:rPr>
                <a:t>Process model</a:t>
              </a:r>
              <a:endPara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</a:endParaRPr>
            </a:p>
          </p:txBody>
        </p:sp>
        <p:sp>
          <p:nvSpPr>
            <p:cNvPr id="44" name="모서리가 둥근 직사각형 13"/>
            <p:cNvSpPr/>
            <p:nvPr/>
          </p:nvSpPr>
          <p:spPr>
            <a:xfrm>
              <a:off x="4522729" y="4869160"/>
              <a:ext cx="1241714" cy="413467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Barometer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직사각형 16"/>
            <p:cNvSpPr/>
            <p:nvPr/>
          </p:nvSpPr>
          <p:spPr>
            <a:xfrm>
              <a:off x="3099996" y="2860685"/>
              <a:ext cx="2930535" cy="1864459"/>
            </a:xfrm>
            <a:prstGeom prst="rect">
              <a:avLst/>
            </a:prstGeom>
            <a:noFill/>
            <a:ln w="9525" cap="flat" cmpd="sng" algn="ctr">
              <a:solidFill>
                <a:srgbClr val="2DA2BF">
                  <a:shade val="50000"/>
                </a:srgbClr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직사각형 17"/>
            <p:cNvSpPr/>
            <p:nvPr/>
          </p:nvSpPr>
          <p:spPr>
            <a:xfrm>
              <a:off x="3150211" y="4622939"/>
              <a:ext cx="1024639" cy="26161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  <a:sym typeface="Wingdings" pitchFamily="2" charset="2"/>
                </a:rPr>
                <a:t>Particle </a:t>
              </a:r>
              <a:r>
                <a:rPr kumimoji="0" lang="en-US" altLang="ko-K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  <a:sym typeface="Wingdings" pitchFamily="2" charset="2"/>
                </a:rPr>
                <a:t>filter</a:t>
              </a:r>
              <a:endParaRPr kumimoji="0" lang="en-US" altLang="ko-K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직사각형 18"/>
            <p:cNvSpPr/>
            <p:nvPr/>
          </p:nvSpPr>
          <p:spPr>
            <a:xfrm>
              <a:off x="4427984" y="3022780"/>
              <a:ext cx="1422158" cy="1007678"/>
            </a:xfrm>
            <a:prstGeom prst="rect">
              <a:avLst/>
            </a:prstGeom>
            <a:noFill/>
            <a:ln w="9525" cap="flat" cmpd="sng" algn="ctr">
              <a:solidFill>
                <a:srgbClr val="EB641B"/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48" name="직선 화살표 연결선 21"/>
            <p:cNvCxnSpPr>
              <a:stCxn id="36" idx="2"/>
              <a:endCxn id="38" idx="0"/>
            </p:cNvCxnSpPr>
            <p:nvPr/>
          </p:nvCxnSpPr>
          <p:spPr>
            <a:xfrm>
              <a:off x="3798594" y="1970259"/>
              <a:ext cx="0" cy="234605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9" name="그룹 45"/>
            <p:cNvGrpSpPr/>
            <p:nvPr/>
          </p:nvGrpSpPr>
          <p:grpSpPr>
            <a:xfrm>
              <a:off x="3798594" y="2618331"/>
              <a:ext cx="727597" cy="1156060"/>
              <a:chOff x="4140263" y="2618331"/>
              <a:chExt cx="727597" cy="1156060"/>
            </a:xfrm>
          </p:grpSpPr>
          <p:cxnSp>
            <p:nvCxnSpPr>
              <p:cNvPr id="61" name="직선 화살표 연결선 25"/>
              <p:cNvCxnSpPr>
                <a:stCxn id="38" idx="2"/>
              </p:cNvCxnSpPr>
              <p:nvPr/>
            </p:nvCxnSpPr>
            <p:spPr>
              <a:xfrm>
                <a:off x="4140263" y="2618331"/>
                <a:ext cx="0" cy="115560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직선 화살표 연결선 28"/>
              <p:cNvCxnSpPr>
                <a:endCxn id="40" idx="1"/>
              </p:cNvCxnSpPr>
              <p:nvPr/>
            </p:nvCxnSpPr>
            <p:spPr>
              <a:xfrm>
                <a:off x="4140263" y="3275138"/>
                <a:ext cx="727597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3" name="직선 화살표 연결선 36"/>
              <p:cNvCxnSpPr>
                <a:endCxn id="41" idx="1"/>
              </p:cNvCxnSpPr>
              <p:nvPr/>
            </p:nvCxnSpPr>
            <p:spPr>
              <a:xfrm>
                <a:off x="4140263" y="3771699"/>
                <a:ext cx="727597" cy="269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</p:grpSp>
        <p:cxnSp>
          <p:nvCxnSpPr>
            <p:cNvPr id="50" name="직선 화살표 연결선 49"/>
            <p:cNvCxnSpPr>
              <a:stCxn id="35" idx="3"/>
            </p:cNvCxnSpPr>
            <p:nvPr/>
          </p:nvCxnSpPr>
          <p:spPr>
            <a:xfrm>
              <a:off x="2790171" y="4023066"/>
              <a:ext cx="50405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직선 화살표 연결선 50"/>
            <p:cNvCxnSpPr>
              <a:stCxn id="43" idx="3"/>
            </p:cNvCxnSpPr>
            <p:nvPr/>
          </p:nvCxnSpPr>
          <p:spPr>
            <a:xfrm>
              <a:off x="4158323" y="4185084"/>
              <a:ext cx="216024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cxnSp>
          <p:nvCxnSpPr>
            <p:cNvPr id="52" name="직선 화살표 연결선 52"/>
            <p:cNvCxnSpPr>
              <a:stCxn id="44" idx="0"/>
              <a:endCxn id="42" idx="2"/>
            </p:cNvCxnSpPr>
            <p:nvPr/>
          </p:nvCxnSpPr>
          <p:spPr>
            <a:xfrm flipV="1">
              <a:off x="5143586" y="4477686"/>
              <a:ext cx="0" cy="391474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직선 화살표 연결선 67"/>
            <p:cNvCxnSpPr>
              <a:stCxn id="37" idx="2"/>
              <a:endCxn id="40" idx="0"/>
            </p:cNvCxnSpPr>
            <p:nvPr/>
          </p:nvCxnSpPr>
          <p:spPr>
            <a:xfrm>
              <a:off x="5147048" y="2618330"/>
              <a:ext cx="0" cy="450074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54" name="모서리가 둥근 직사각형 78"/>
            <p:cNvSpPr/>
            <p:nvPr/>
          </p:nvSpPr>
          <p:spPr>
            <a:xfrm>
              <a:off x="1570569" y="4221088"/>
              <a:ext cx="1224136" cy="324000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Rate gyro</a:t>
              </a: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55" name="직선 화살표 연결선 84"/>
            <p:cNvCxnSpPr/>
            <p:nvPr/>
          </p:nvCxnSpPr>
          <p:spPr>
            <a:xfrm>
              <a:off x="2790171" y="4383088"/>
              <a:ext cx="50405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56" name="직사각형 86"/>
            <p:cNvSpPr/>
            <p:nvPr/>
          </p:nvSpPr>
          <p:spPr>
            <a:xfrm>
              <a:off x="6125323" y="4478923"/>
              <a:ext cx="1452642" cy="24622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  <a:sym typeface="Wingdings" pitchFamily="2" charset="2"/>
                </a:rPr>
                <a:t>Measurement model</a:t>
              </a:r>
              <a:endPara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</a:endParaRPr>
            </a:p>
          </p:txBody>
        </p:sp>
        <p:cxnSp>
          <p:nvCxnSpPr>
            <p:cNvPr id="57" name="직선 화살표 연결선 87"/>
            <p:cNvCxnSpPr>
              <a:stCxn id="56" idx="1"/>
            </p:cNvCxnSpPr>
            <p:nvPr/>
          </p:nvCxnSpPr>
          <p:spPr>
            <a:xfrm flipH="1" flipV="1">
              <a:off x="5839811" y="4545088"/>
              <a:ext cx="285512" cy="5694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sp>
          <p:nvSpPr>
            <p:cNvPr id="58" name="직사각형 124"/>
            <p:cNvSpPr/>
            <p:nvPr/>
          </p:nvSpPr>
          <p:spPr>
            <a:xfrm>
              <a:off x="5796136" y="3174095"/>
              <a:ext cx="1010213" cy="2308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</a:rPr>
                <a:t>Position update</a:t>
              </a:r>
            </a:p>
          </p:txBody>
        </p:sp>
        <p:sp>
          <p:nvSpPr>
            <p:cNvPr id="59" name="직사각형 125"/>
            <p:cNvSpPr/>
            <p:nvPr/>
          </p:nvSpPr>
          <p:spPr>
            <a:xfrm>
              <a:off x="5798845" y="3657258"/>
              <a:ext cx="1005403" cy="2308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</a:rPr>
                <a:t>Velocity update</a:t>
              </a:r>
            </a:p>
          </p:txBody>
        </p:sp>
        <p:sp>
          <p:nvSpPr>
            <p:cNvPr id="60" name="직사각형 126"/>
            <p:cNvSpPr/>
            <p:nvPr/>
          </p:nvSpPr>
          <p:spPr>
            <a:xfrm>
              <a:off x="5796136" y="4159946"/>
              <a:ext cx="1003801" cy="2308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3D3C3E"/>
                  </a:solidFill>
                  <a:effectLst/>
                  <a:uLnTx/>
                  <a:uFillTx/>
                </a:rPr>
                <a:t>Altitude 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032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53"/>
          <p:cNvGrpSpPr/>
          <p:nvPr/>
        </p:nvGrpSpPr>
        <p:grpSpPr>
          <a:xfrm>
            <a:off x="2051720" y="1628800"/>
            <a:ext cx="5068955" cy="2304445"/>
            <a:chOff x="2411760" y="1412776"/>
            <a:chExt cx="5068955" cy="2304445"/>
          </a:xfrm>
        </p:grpSpPr>
        <p:grpSp>
          <p:nvGrpSpPr>
            <p:cNvPr id="41" name="그룹 54"/>
            <p:cNvGrpSpPr/>
            <p:nvPr/>
          </p:nvGrpSpPr>
          <p:grpSpPr>
            <a:xfrm>
              <a:off x="2411760" y="2892872"/>
              <a:ext cx="716086" cy="782878"/>
              <a:chOff x="1447718" y="3050515"/>
              <a:chExt cx="716086" cy="782878"/>
            </a:xfrm>
          </p:grpSpPr>
          <p:cxnSp>
            <p:nvCxnSpPr>
              <p:cNvPr id="73" name="직선 연결선 86"/>
              <p:cNvCxnSpPr/>
              <p:nvPr/>
            </p:nvCxnSpPr>
            <p:spPr>
              <a:xfrm flipH="1">
                <a:off x="1447718" y="3509357"/>
                <a:ext cx="216024" cy="324036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74" name="직선 연결선 87"/>
              <p:cNvCxnSpPr/>
              <p:nvPr/>
            </p:nvCxnSpPr>
            <p:spPr>
              <a:xfrm>
                <a:off x="1663742" y="3509357"/>
                <a:ext cx="500062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75" name="직선 연결선 88"/>
              <p:cNvCxnSpPr/>
              <p:nvPr/>
            </p:nvCxnSpPr>
            <p:spPr>
              <a:xfrm>
                <a:off x="1659748" y="3050515"/>
                <a:ext cx="0" cy="458842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2" name="그룹 55"/>
            <p:cNvGrpSpPr/>
            <p:nvPr/>
          </p:nvGrpSpPr>
          <p:grpSpPr>
            <a:xfrm>
              <a:off x="3955860" y="1543165"/>
              <a:ext cx="716086" cy="782878"/>
              <a:chOff x="1447718" y="3050515"/>
              <a:chExt cx="716086" cy="782878"/>
            </a:xfrm>
          </p:grpSpPr>
          <p:cxnSp>
            <p:nvCxnSpPr>
              <p:cNvPr id="70" name="직선 연결선 83"/>
              <p:cNvCxnSpPr/>
              <p:nvPr/>
            </p:nvCxnSpPr>
            <p:spPr>
              <a:xfrm flipH="1">
                <a:off x="1447718" y="3509357"/>
                <a:ext cx="216024" cy="324036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71" name="직선 연결선 84"/>
              <p:cNvCxnSpPr/>
              <p:nvPr/>
            </p:nvCxnSpPr>
            <p:spPr>
              <a:xfrm>
                <a:off x="1663742" y="3509357"/>
                <a:ext cx="500062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72" name="직선 연결선 85"/>
              <p:cNvCxnSpPr/>
              <p:nvPr/>
            </p:nvCxnSpPr>
            <p:spPr>
              <a:xfrm>
                <a:off x="1659748" y="3050515"/>
                <a:ext cx="0" cy="458842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2583714" y="3420418"/>
                  <a:ext cx="26000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3714" y="3420418"/>
                  <a:ext cx="260008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190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3879858" y="1759189"/>
                  <a:ext cx="24269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9858" y="1759189"/>
                  <a:ext cx="242694" cy="21544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25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직선 연결선 58"/>
            <p:cNvCxnSpPr/>
            <p:nvPr/>
          </p:nvCxnSpPr>
          <p:spPr>
            <a:xfrm flipV="1">
              <a:off x="2623790" y="2002007"/>
              <a:ext cx="1540107" cy="134970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dash"/>
              <a:headEnd type="none" w="med" len="med"/>
              <a:tailEnd type="arrow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3076237" y="2263245"/>
                  <a:ext cx="52360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1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𝑐𝑎𝑚</m:t>
                            </m:r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6237" y="2263245"/>
                  <a:ext cx="523605" cy="21544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5814" b="-3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직선 연결선 60"/>
            <p:cNvCxnSpPr/>
            <p:nvPr/>
          </p:nvCxnSpPr>
          <p:spPr>
            <a:xfrm>
              <a:off x="2623790" y="3351715"/>
              <a:ext cx="2408196" cy="31067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dash"/>
              <a:headEnd type="none" w="med" len="med"/>
              <a:tailEnd type="arrow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3922893" y="3199349"/>
                  <a:ext cx="695895" cy="2400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1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𝑓𝑒𝑎𝑡𝑢𝑟𝑒</m:t>
                            </m:r>
                          </m:sub>
                          <m:sup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893" y="3199349"/>
                  <a:ext cx="695895" cy="24000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4386" r="-1754" b="-2564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타원 62"/>
            <p:cNvSpPr/>
            <p:nvPr/>
          </p:nvSpPr>
          <p:spPr>
            <a:xfrm>
              <a:off x="5025727" y="3645221"/>
              <a:ext cx="72000" cy="72000"/>
            </a:xfrm>
            <a:prstGeom prst="ellipse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cxnSp>
          <p:nvCxnSpPr>
            <p:cNvPr id="50" name="직선 연결선 63"/>
            <p:cNvCxnSpPr/>
            <p:nvPr/>
          </p:nvCxnSpPr>
          <p:spPr>
            <a:xfrm flipV="1">
              <a:off x="2623790" y="2149949"/>
              <a:ext cx="3880536" cy="1184601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dash"/>
              <a:headEnd type="none" w="med" len="med"/>
              <a:tailEnd type="arrow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4914010" y="2636480"/>
                  <a:ext cx="52360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1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𝑐𝑎𝑚</m:t>
                            </m:r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4010" y="2636480"/>
                  <a:ext cx="523605" cy="215444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6977" b="-2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직선 연결선 65"/>
            <p:cNvCxnSpPr>
              <a:endCxn id="49" idx="0"/>
            </p:cNvCxnSpPr>
            <p:nvPr/>
          </p:nvCxnSpPr>
          <p:spPr>
            <a:xfrm>
              <a:off x="4163897" y="2035729"/>
              <a:ext cx="897830" cy="1609492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직선 연결선 66"/>
            <p:cNvCxnSpPr>
              <a:endCxn id="49" idx="7"/>
            </p:cNvCxnSpPr>
            <p:nvPr/>
          </p:nvCxnSpPr>
          <p:spPr>
            <a:xfrm flipH="1">
              <a:off x="5087183" y="2151027"/>
              <a:ext cx="1417144" cy="150473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grpSp>
          <p:nvGrpSpPr>
            <p:cNvPr id="54" name="그룹 67"/>
            <p:cNvGrpSpPr/>
            <p:nvPr/>
          </p:nvGrpSpPr>
          <p:grpSpPr>
            <a:xfrm rot="20482646">
              <a:off x="4107417" y="1838947"/>
              <a:ext cx="904274" cy="819234"/>
              <a:chOff x="7083208" y="3128380"/>
              <a:chExt cx="904274" cy="819234"/>
            </a:xfrm>
          </p:grpSpPr>
          <p:sp>
            <p:nvSpPr>
              <p:cNvPr id="66" name="평행 사변형 79"/>
              <p:cNvSpPr/>
              <p:nvPr/>
            </p:nvSpPr>
            <p:spPr>
              <a:xfrm>
                <a:off x="7083208" y="3295439"/>
                <a:ext cx="821329" cy="652175"/>
              </a:xfrm>
              <a:prstGeom prst="parallelogram">
                <a:avLst>
                  <a:gd name="adj" fmla="val 19473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endParaRPr>
              </a:p>
            </p:txBody>
          </p:sp>
          <p:grpSp>
            <p:nvGrpSpPr>
              <p:cNvPr id="67" name="그룹 80"/>
              <p:cNvGrpSpPr/>
              <p:nvPr/>
            </p:nvGrpSpPr>
            <p:grpSpPr>
              <a:xfrm>
                <a:off x="7468044" y="3128380"/>
                <a:ext cx="519438" cy="616712"/>
                <a:chOff x="1675472" y="2979735"/>
                <a:chExt cx="519438" cy="616712"/>
              </a:xfrm>
            </p:grpSpPr>
            <p:cxnSp>
              <p:nvCxnSpPr>
                <p:cNvPr id="68" name="직선 연결선 81"/>
                <p:cNvCxnSpPr/>
                <p:nvPr/>
              </p:nvCxnSpPr>
              <p:spPr>
                <a:xfrm rot="1117354" flipV="1">
                  <a:off x="1677672" y="3424396"/>
                  <a:ext cx="517238" cy="172051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69" name="직선 연결선 82"/>
                <p:cNvCxnSpPr/>
                <p:nvPr/>
              </p:nvCxnSpPr>
              <p:spPr>
                <a:xfrm rot="1117354">
                  <a:off x="1675472" y="2979735"/>
                  <a:ext cx="71113" cy="53220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455110" y="2394021"/>
                  <a:ext cx="23166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110" y="2394021"/>
                  <a:ext cx="231665" cy="215444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3158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그룹 69"/>
            <p:cNvGrpSpPr/>
            <p:nvPr/>
          </p:nvGrpSpPr>
          <p:grpSpPr>
            <a:xfrm rot="21135752">
              <a:off x="5819701" y="2264779"/>
              <a:ext cx="904274" cy="819234"/>
              <a:chOff x="7083208" y="3128380"/>
              <a:chExt cx="904274" cy="819234"/>
            </a:xfrm>
          </p:grpSpPr>
          <p:sp>
            <p:nvSpPr>
              <p:cNvPr id="62" name="평행 사변형 75"/>
              <p:cNvSpPr/>
              <p:nvPr/>
            </p:nvSpPr>
            <p:spPr>
              <a:xfrm>
                <a:off x="7083208" y="3295439"/>
                <a:ext cx="821329" cy="652175"/>
              </a:xfrm>
              <a:prstGeom prst="parallelogram">
                <a:avLst>
                  <a:gd name="adj" fmla="val 19473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endParaRPr>
              </a:p>
            </p:txBody>
          </p:sp>
          <p:grpSp>
            <p:nvGrpSpPr>
              <p:cNvPr id="63" name="그룹 76"/>
              <p:cNvGrpSpPr/>
              <p:nvPr/>
            </p:nvGrpSpPr>
            <p:grpSpPr>
              <a:xfrm>
                <a:off x="7468044" y="3128380"/>
                <a:ext cx="519438" cy="616712"/>
                <a:chOff x="1675472" y="2979735"/>
                <a:chExt cx="519438" cy="616712"/>
              </a:xfrm>
            </p:grpSpPr>
            <p:cxnSp>
              <p:nvCxnSpPr>
                <p:cNvPr id="64" name="직선 연결선 77"/>
                <p:cNvCxnSpPr/>
                <p:nvPr/>
              </p:nvCxnSpPr>
              <p:spPr>
                <a:xfrm rot="1117354" flipV="1">
                  <a:off x="1677672" y="3424396"/>
                  <a:ext cx="517238" cy="172051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65" name="직선 연결선 78"/>
                <p:cNvCxnSpPr/>
                <p:nvPr/>
              </p:nvCxnSpPr>
              <p:spPr>
                <a:xfrm rot="1117354">
                  <a:off x="1675472" y="2979735"/>
                  <a:ext cx="71113" cy="53220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078848" y="2781117"/>
                  <a:ext cx="23166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8848" y="2781117"/>
                  <a:ext cx="231665" cy="215444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13158"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원호 71"/>
            <p:cNvSpPr/>
            <p:nvPr/>
          </p:nvSpPr>
          <p:spPr>
            <a:xfrm rot="19412574">
              <a:off x="4196650" y="1703617"/>
              <a:ext cx="525895" cy="462444"/>
            </a:xfrm>
            <a:prstGeom prst="arc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arrow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254727" y="1412776"/>
                  <a:ext cx="748474" cy="2162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kumimoji="1" lang="en-US" altLang="ko-K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𝑐𝑎𝑚</m:t>
                                    </m:r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727" y="1412776"/>
                  <a:ext cx="748474" cy="216213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2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원호 73"/>
            <p:cNvSpPr/>
            <p:nvPr/>
          </p:nvSpPr>
          <p:spPr>
            <a:xfrm>
              <a:off x="6355045" y="2210379"/>
              <a:ext cx="525895" cy="462444"/>
            </a:xfrm>
            <a:prstGeom prst="arc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arrow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6732240" y="2019984"/>
                  <a:ext cx="748475" cy="2162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kumimoji="1" lang="en-US" altLang="ko-K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𝑐𝑎𝑚</m:t>
                                    </m:r>
                                    <m:r>
                                      <a:rPr kumimoji="1" lang="en-US" altLang="ko-KR" sz="1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kumimoji="1" lang="en-US" altLang="ko-K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</m:oMath>
                    </m:oMathPara>
                  </a14:m>
                  <a:endParaRPr kumimoji="1" lang="ko-KR" altLang="en-US" sz="1400" b="0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itchFamily="50" charset="-127"/>
                    <a:ea typeface="굴림" pitchFamily="50" charset="-127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240" y="2019984"/>
                  <a:ext cx="748475" cy="216213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b="-222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826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547664" y="1772816"/>
            <a:ext cx="6388956" cy="3477144"/>
            <a:chOff x="1547664" y="1772816"/>
            <a:chExt cx="6388956" cy="3477144"/>
          </a:xfrm>
        </p:grpSpPr>
        <p:grpSp>
          <p:nvGrpSpPr>
            <p:cNvPr id="4" name="그룹 38"/>
            <p:cNvGrpSpPr/>
            <p:nvPr/>
          </p:nvGrpSpPr>
          <p:grpSpPr>
            <a:xfrm>
              <a:off x="1547664" y="1772816"/>
              <a:ext cx="6378844" cy="3456384"/>
              <a:chOff x="5004048" y="1016827"/>
              <a:chExt cx="3960440" cy="2145969"/>
            </a:xfrm>
          </p:grpSpPr>
          <p:pic>
            <p:nvPicPr>
              <p:cNvPr id="5" name="Picture 3" descr="C:\Users\ASCL\Documents\2. 개인논문\homoTRN\HomoTRN\terrain.png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26" r="3880"/>
              <a:stretch>
                <a:fillRect/>
              </a:stretch>
            </p:blipFill>
            <p:spPr bwMode="auto">
              <a:xfrm>
                <a:off x="5004048" y="1844824"/>
                <a:ext cx="3960440" cy="131797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" name="그룹 18"/>
              <p:cNvGrpSpPr/>
              <p:nvPr/>
            </p:nvGrpSpPr>
            <p:grpSpPr>
              <a:xfrm>
                <a:off x="5878766" y="1034382"/>
                <a:ext cx="903959" cy="810453"/>
                <a:chOff x="5878766" y="1034382"/>
                <a:chExt cx="903959" cy="810453"/>
              </a:xfrm>
            </p:grpSpPr>
            <p:sp>
              <p:nvSpPr>
                <p:cNvPr id="19" name="평행 사변형 12"/>
                <p:cNvSpPr/>
                <p:nvPr/>
              </p:nvSpPr>
              <p:spPr>
                <a:xfrm rot="20482646">
                  <a:off x="5878766" y="1192660"/>
                  <a:ext cx="821329" cy="652175"/>
                </a:xfrm>
                <a:prstGeom prst="parallelogram">
                  <a:avLst>
                    <a:gd name="adj" fmla="val 19473"/>
                  </a:avLst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20" name="직선 연결선 13"/>
                <p:cNvCxnSpPr/>
                <p:nvPr/>
              </p:nvCxnSpPr>
              <p:spPr>
                <a:xfrm flipV="1">
                  <a:off x="6265487" y="1393256"/>
                  <a:ext cx="517238" cy="1720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직선 연결선 14"/>
                <p:cNvCxnSpPr/>
                <p:nvPr/>
              </p:nvCxnSpPr>
              <p:spPr>
                <a:xfrm>
                  <a:off x="6190590" y="1034382"/>
                  <a:ext cx="71113" cy="5322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그룹 32"/>
              <p:cNvGrpSpPr/>
              <p:nvPr/>
            </p:nvGrpSpPr>
            <p:grpSpPr>
              <a:xfrm>
                <a:off x="7290174" y="1016827"/>
                <a:ext cx="819253" cy="904348"/>
                <a:chOff x="7290174" y="1016827"/>
                <a:chExt cx="819253" cy="904348"/>
              </a:xfrm>
            </p:grpSpPr>
            <p:sp>
              <p:nvSpPr>
                <p:cNvPr id="16" name="평행 사변형 15"/>
                <p:cNvSpPr/>
                <p:nvPr/>
              </p:nvSpPr>
              <p:spPr>
                <a:xfrm rot="16193047">
                  <a:off x="7372675" y="1184423"/>
                  <a:ext cx="821329" cy="652175"/>
                </a:xfrm>
                <a:prstGeom prst="parallelogram">
                  <a:avLst>
                    <a:gd name="adj" fmla="val 19473"/>
                  </a:avLst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cxnSp>
              <p:nvCxnSpPr>
                <p:cNvPr id="17" name="직선 연결선 16"/>
                <p:cNvCxnSpPr/>
                <p:nvPr/>
              </p:nvCxnSpPr>
              <p:spPr>
                <a:xfrm rot="17310401" flipV="1">
                  <a:off x="7561785" y="1189420"/>
                  <a:ext cx="517238" cy="1720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연결선 17"/>
                <p:cNvCxnSpPr/>
                <p:nvPr/>
              </p:nvCxnSpPr>
              <p:spPr>
                <a:xfrm rot="17310401">
                  <a:off x="7520717" y="1235142"/>
                  <a:ext cx="71113" cy="5322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직선 연결선 19"/>
              <p:cNvCxnSpPr/>
              <p:nvPr/>
            </p:nvCxnSpPr>
            <p:spPr>
              <a:xfrm flipH="1">
                <a:off x="6815813" y="1591429"/>
                <a:ext cx="1147706" cy="1003746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22"/>
              <p:cNvCxnSpPr/>
              <p:nvPr/>
            </p:nvCxnSpPr>
            <p:spPr>
              <a:xfrm>
                <a:off x="6190590" y="1662856"/>
                <a:ext cx="703808" cy="821835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25"/>
              <p:cNvCxnSpPr/>
              <p:nvPr/>
            </p:nvCxnSpPr>
            <p:spPr>
              <a:xfrm>
                <a:off x="6359929" y="1590991"/>
                <a:ext cx="703808" cy="821835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26"/>
              <p:cNvCxnSpPr/>
              <p:nvPr/>
            </p:nvCxnSpPr>
            <p:spPr>
              <a:xfrm flipH="1">
                <a:off x="6889182" y="1712461"/>
                <a:ext cx="1147706" cy="1003746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27"/>
              <p:cNvCxnSpPr/>
              <p:nvPr/>
            </p:nvCxnSpPr>
            <p:spPr>
              <a:xfrm>
                <a:off x="6378140" y="1392499"/>
                <a:ext cx="841139" cy="821835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29"/>
              <p:cNvCxnSpPr/>
              <p:nvPr/>
            </p:nvCxnSpPr>
            <p:spPr>
              <a:xfrm flipH="1">
                <a:off x="7222854" y="1468218"/>
                <a:ext cx="465275" cy="711142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33"/>
              <p:cNvCxnSpPr/>
              <p:nvPr/>
            </p:nvCxnSpPr>
            <p:spPr>
              <a:xfrm>
                <a:off x="6084539" y="1712157"/>
                <a:ext cx="796173" cy="791653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35"/>
              <p:cNvCxnSpPr/>
              <p:nvPr/>
            </p:nvCxnSpPr>
            <p:spPr>
              <a:xfrm flipH="1">
                <a:off x="6902868" y="1606081"/>
                <a:ext cx="825110" cy="877078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/>
            <p:cNvSpPr/>
            <p:nvPr/>
          </p:nvSpPr>
          <p:spPr>
            <a:xfrm>
              <a:off x="1619672" y="3429000"/>
              <a:ext cx="360040" cy="1296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ectangle 22"/>
            <p:cNvSpPr/>
            <p:nvPr/>
          </p:nvSpPr>
          <p:spPr>
            <a:xfrm rot="16788575">
              <a:off x="3013982" y="3764159"/>
              <a:ext cx="512124" cy="24041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Rectangle 23"/>
            <p:cNvSpPr/>
            <p:nvPr/>
          </p:nvSpPr>
          <p:spPr>
            <a:xfrm rot="5019397">
              <a:off x="5897774" y="3211114"/>
              <a:ext cx="514567" cy="3563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939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33</Words>
  <Application>Microsoft Office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굴림</vt:lpstr>
      <vt:lpstr>맑은 고딕</vt:lpstr>
      <vt:lpstr>Arial</vt:lpstr>
      <vt:lpstr>Cambria Math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ASCL</dc:creator>
  <cp:lastModifiedBy>Youngjoo Kim</cp:lastModifiedBy>
  <cp:revision>8</cp:revision>
  <dcterms:created xsi:type="dcterms:W3CDTF">2012-02-28T00:39:08Z</dcterms:created>
  <dcterms:modified xsi:type="dcterms:W3CDTF">2014-10-05T15:13:25Z</dcterms:modified>
</cp:coreProperties>
</file>